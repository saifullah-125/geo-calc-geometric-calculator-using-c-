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4" r:id="rId3"/>
    <p:sldId id="259" r:id="rId4"/>
    <p:sldId id="258" r:id="rId5"/>
    <p:sldId id="260" r:id="rId6"/>
    <p:sldId id="262" r:id="rId7"/>
    <p:sldId id="261"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8D0867D-D16F-493B-9419-0FD6A5CDA0FE}"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1114080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E8D0867D-D16F-493B-9419-0FD6A5CDA0FE}"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3921994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8D0867D-D16F-493B-9419-0FD6A5CDA0FE}"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3389226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8D0867D-D16F-493B-9419-0FD6A5CDA0FE}"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3145645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8D0867D-D16F-493B-9419-0FD6A5CDA0FE}" type="datetimeFigureOut">
              <a:rPr lang="en-US" smtClean="0"/>
              <a:t>11/28/2025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3648337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E8D0867D-D16F-493B-9419-0FD6A5CDA0FE}" type="datetimeFigureOut">
              <a:rPr lang="en-US" smtClean="0"/>
              <a:t>11/28/2025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1131296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8D0867D-D16F-493B-9419-0FD6A5CDA0FE}" type="datetimeFigureOut">
              <a:rPr lang="en-US" smtClean="0"/>
              <a:t>11/28/2025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1618383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E8D0867D-D16F-493B-9419-0FD6A5CDA0FE}" type="datetimeFigureOut">
              <a:rPr lang="en-US" smtClean="0"/>
              <a:t>11/28/2025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3526295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8D0867D-D16F-493B-9419-0FD6A5CDA0FE}"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3185237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8D0867D-D16F-493B-9419-0FD6A5CDA0FE}"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746536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E8D0867D-D16F-493B-9419-0FD6A5CDA0FE}"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34430457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E8D0867D-D16F-493B-9419-0FD6A5CDA0FE}"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32BB7-0EDF-4B54-A58E-0E5571A59497}"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2199165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8D0867D-D16F-493B-9419-0FD6A5CDA0FE}"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12022917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8D0867D-D16F-493B-9419-0FD6A5CDA0FE}" type="datetimeFigureOut">
              <a:rPr lang="en-US" smtClean="0"/>
              <a:t>11/28/2025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264491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8D0867D-D16F-493B-9419-0FD6A5CDA0FE}" type="datetimeFigureOut">
              <a:rPr lang="en-US" smtClean="0"/>
              <a:t>11/28/2025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3894770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8D0867D-D16F-493B-9419-0FD6A5CDA0FE}"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3785866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8D0867D-D16F-493B-9419-0FD6A5CDA0FE}"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32BB7-0EDF-4B54-A58E-0E5571A59497}" type="slidenum">
              <a:rPr lang="en-US" smtClean="0"/>
              <a:t>‹#›</a:t>
            </a:fld>
            <a:endParaRPr lang="en-US"/>
          </a:p>
        </p:txBody>
      </p:sp>
    </p:spTree>
    <p:extLst>
      <p:ext uri="{BB962C8B-B14F-4D97-AF65-F5344CB8AC3E}">
        <p14:creationId xmlns:p14="http://schemas.microsoft.com/office/powerpoint/2010/main" val="4245609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8D0867D-D16F-493B-9419-0FD6A5CDA0FE}" type="datetimeFigureOut">
              <a:rPr lang="en-US" smtClean="0"/>
              <a:t>11/28/2025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E332BB7-0EDF-4B54-A58E-0E5571A59497}" type="slidenum">
              <a:rPr lang="en-US" smtClean="0"/>
              <a:t>‹#›</a:t>
            </a:fld>
            <a:endParaRPr lang="en-US"/>
          </a:p>
        </p:txBody>
      </p:sp>
    </p:spTree>
    <p:extLst>
      <p:ext uri="{BB962C8B-B14F-4D97-AF65-F5344CB8AC3E}">
        <p14:creationId xmlns:p14="http://schemas.microsoft.com/office/powerpoint/2010/main" val="214110586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My Project</a:t>
            </a:r>
            <a:endParaRPr lang="en-US" dirty="0"/>
          </a:p>
        </p:txBody>
      </p:sp>
      <p:sp>
        <p:nvSpPr>
          <p:cNvPr id="3" name="Subtitle 2"/>
          <p:cNvSpPr>
            <a:spLocks noGrp="1"/>
          </p:cNvSpPr>
          <p:nvPr>
            <p:ph type="subTitle" idx="1"/>
          </p:nvPr>
        </p:nvSpPr>
        <p:spPr/>
        <p:txBody>
          <a:bodyPr/>
          <a:lstStyle/>
          <a:p>
            <a:r>
              <a:rPr lang="en-US" dirty="0" smtClean="0"/>
              <a:t>Presented by: </a:t>
            </a:r>
            <a:r>
              <a:rPr lang="en-US" dirty="0" smtClean="0"/>
              <a:t>saifullah</a:t>
            </a:r>
            <a:endParaRPr lang="en-US" dirty="0" smtClean="0"/>
          </a:p>
        </p:txBody>
      </p:sp>
    </p:spTree>
    <p:extLst>
      <p:ext uri="{BB962C8B-B14F-4D97-AF65-F5344CB8AC3E}">
        <p14:creationId xmlns:p14="http://schemas.microsoft.com/office/powerpoint/2010/main" val="19656616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My Project</a:t>
            </a:r>
            <a:endParaRPr lang="en-US" dirty="0"/>
          </a:p>
        </p:txBody>
      </p:sp>
      <p:sp>
        <p:nvSpPr>
          <p:cNvPr id="3" name="Content Placeholder 2"/>
          <p:cNvSpPr>
            <a:spLocks noGrp="1"/>
          </p:cNvSpPr>
          <p:nvPr>
            <p:ph idx="1"/>
          </p:nvPr>
        </p:nvSpPr>
        <p:spPr/>
        <p:txBody>
          <a:bodyPr/>
          <a:lstStyle/>
          <a:p>
            <a:pPr marL="0" indent="0" algn="just">
              <a:buNone/>
            </a:pPr>
            <a:r>
              <a:rPr lang="en-US" sz="2800" b="1" i="1" dirty="0" smtClean="0"/>
              <a:t>Main points of the presentation</a:t>
            </a:r>
            <a:r>
              <a:rPr lang="en-US" sz="2800" b="1" i="1" dirty="0" smtClean="0"/>
              <a:t>:</a:t>
            </a:r>
            <a:endParaRPr lang="en-US" b="1" i="1" dirty="0" smtClean="0"/>
          </a:p>
          <a:p>
            <a:pPr algn="just"/>
            <a:r>
              <a:rPr lang="en-US" b="1" i="1" dirty="0"/>
              <a:t>Shapes to be </a:t>
            </a:r>
            <a:r>
              <a:rPr lang="en-US" b="1" i="1" dirty="0" smtClean="0"/>
              <a:t>added</a:t>
            </a:r>
          </a:p>
          <a:p>
            <a:pPr algn="just"/>
            <a:r>
              <a:rPr lang="en-US" b="1" i="1" dirty="0"/>
              <a:t>Key </a:t>
            </a:r>
            <a:r>
              <a:rPr lang="en-US" b="1" i="1" dirty="0" smtClean="0"/>
              <a:t>Points</a:t>
            </a:r>
          </a:p>
          <a:p>
            <a:pPr algn="just"/>
            <a:r>
              <a:rPr lang="en-US" b="1" i="1" dirty="0" smtClean="0"/>
              <a:t>Merits </a:t>
            </a:r>
            <a:r>
              <a:rPr lang="en-US" b="1" i="1" dirty="0"/>
              <a:t>of the </a:t>
            </a:r>
            <a:r>
              <a:rPr lang="en-US" b="1" i="1" dirty="0" smtClean="0"/>
              <a:t>project</a:t>
            </a:r>
          </a:p>
          <a:p>
            <a:pPr algn="just"/>
            <a:r>
              <a:rPr lang="en-US" b="1" i="1" dirty="0"/>
              <a:t>How this project will be helpful for </a:t>
            </a:r>
            <a:r>
              <a:rPr lang="en-US" b="1" i="1" dirty="0" smtClean="0"/>
              <a:t>others</a:t>
            </a:r>
          </a:p>
          <a:p>
            <a:pPr algn="just"/>
            <a:r>
              <a:rPr lang="en-US" b="1" i="1" dirty="0"/>
              <a:t>How this project works</a:t>
            </a:r>
            <a:endParaRPr lang="en-US" dirty="0"/>
          </a:p>
        </p:txBody>
      </p:sp>
    </p:spTree>
    <p:extLst>
      <p:ext uri="{BB962C8B-B14F-4D97-AF65-F5344CB8AC3E}">
        <p14:creationId xmlns:p14="http://schemas.microsoft.com/office/powerpoint/2010/main" val="3324959180"/>
      </p:ext>
    </p:extLst>
  </p:cSld>
  <p:clrMapOvr>
    <a:masterClrMapping/>
  </p:clrMapOvr>
  <mc:AlternateContent xmlns:mc="http://schemas.openxmlformats.org/markup-compatibility/2006" xmlns:p15="http://schemas.microsoft.com/office/powerpoint/2012/main">
    <mc:Choice Requires="p15">
      <p:transition spd="slow">
        <p15:prstTrans prst="pageCurlDoubl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My Project</a:t>
            </a:r>
          </a:p>
        </p:txBody>
      </p:sp>
      <p:sp>
        <p:nvSpPr>
          <p:cNvPr id="3" name="Content Placeholder 2"/>
          <p:cNvSpPr>
            <a:spLocks noGrp="1"/>
          </p:cNvSpPr>
          <p:nvPr>
            <p:ph idx="1"/>
          </p:nvPr>
        </p:nvSpPr>
        <p:spPr/>
        <p:txBody>
          <a:bodyPr>
            <a:normAutofit lnSpcReduction="10000"/>
          </a:bodyPr>
          <a:lstStyle/>
          <a:p>
            <a:pPr marL="0" indent="0" algn="just">
              <a:buNone/>
            </a:pPr>
            <a:r>
              <a:rPr lang="en-US" b="1" i="1" dirty="0" smtClean="0"/>
              <a:t>Shapes used: </a:t>
            </a:r>
            <a:endParaRPr lang="en-US" b="1" i="1" dirty="0" smtClean="0"/>
          </a:p>
          <a:p>
            <a:pPr marL="0" indent="0" algn="just">
              <a:buNone/>
            </a:pPr>
            <a:r>
              <a:rPr lang="en-US" dirty="0" smtClean="0"/>
              <a:t>Shapes of different types </a:t>
            </a:r>
            <a:r>
              <a:rPr lang="en-US" dirty="0" smtClean="0"/>
              <a:t>are </a:t>
            </a:r>
            <a:r>
              <a:rPr lang="en-US" dirty="0" smtClean="0"/>
              <a:t>added in the project to calculate their area and parameter. Here are some shapes which </a:t>
            </a:r>
            <a:r>
              <a:rPr lang="en-US" dirty="0" err="1" smtClean="0"/>
              <a:t>areinserted</a:t>
            </a:r>
            <a:r>
              <a:rPr lang="en-US" dirty="0" smtClean="0"/>
              <a:t> </a:t>
            </a:r>
            <a:r>
              <a:rPr lang="en-US" dirty="0" smtClean="0"/>
              <a:t>in the project: </a:t>
            </a:r>
          </a:p>
          <a:p>
            <a:pPr marL="457200" indent="-457200" algn="just">
              <a:buAutoNum type="arabicPeriod"/>
            </a:pPr>
            <a:r>
              <a:rPr lang="en-US" dirty="0" smtClean="0"/>
              <a:t>Square </a:t>
            </a:r>
          </a:p>
          <a:p>
            <a:pPr marL="457200" indent="-457200" algn="just">
              <a:buAutoNum type="arabicPeriod"/>
            </a:pPr>
            <a:r>
              <a:rPr lang="en-US" dirty="0" smtClean="0"/>
              <a:t>Rectangle </a:t>
            </a:r>
          </a:p>
          <a:p>
            <a:pPr marL="457200" indent="-457200" algn="just">
              <a:buAutoNum type="arabicPeriod"/>
            </a:pPr>
            <a:r>
              <a:rPr lang="en-US" dirty="0" smtClean="0"/>
              <a:t>Circle </a:t>
            </a:r>
          </a:p>
          <a:p>
            <a:pPr marL="457200" indent="-457200" algn="just">
              <a:buAutoNum type="arabicPeriod"/>
            </a:pPr>
            <a:r>
              <a:rPr lang="en-US" dirty="0" smtClean="0"/>
              <a:t>Triangle </a:t>
            </a:r>
          </a:p>
          <a:p>
            <a:pPr marL="457200" indent="-457200" algn="just">
              <a:buAutoNum type="arabicPeriod"/>
            </a:pPr>
            <a:r>
              <a:rPr lang="en-US" dirty="0" smtClean="0"/>
              <a:t>Parallelogram </a:t>
            </a:r>
          </a:p>
          <a:p>
            <a:pPr marL="457200" indent="-457200" algn="just">
              <a:buAutoNum type="arabicPeriod"/>
            </a:pPr>
            <a:r>
              <a:rPr lang="en-US" dirty="0" smtClean="0"/>
              <a:t>Rhombus</a:t>
            </a:r>
            <a:endParaRPr lang="en-US" dirty="0"/>
          </a:p>
          <a:p>
            <a:pPr marL="0" indent="0" algn="just">
              <a:buNone/>
            </a:pPr>
            <a:r>
              <a:rPr lang="en-US" dirty="0" smtClean="0"/>
              <a:t>These shapes </a:t>
            </a:r>
            <a:r>
              <a:rPr lang="en-US" dirty="0" smtClean="0"/>
              <a:t>are added </a:t>
            </a:r>
            <a:r>
              <a:rPr lang="en-US" dirty="0" smtClean="0"/>
              <a:t>in the project. </a:t>
            </a:r>
          </a:p>
        </p:txBody>
      </p:sp>
    </p:spTree>
    <p:extLst>
      <p:ext uri="{BB962C8B-B14F-4D97-AF65-F5344CB8AC3E}">
        <p14:creationId xmlns:p14="http://schemas.microsoft.com/office/powerpoint/2010/main" val="10061622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My Project</a:t>
            </a:r>
            <a:endParaRPr lang="en-US" dirty="0"/>
          </a:p>
        </p:txBody>
      </p:sp>
      <p:sp>
        <p:nvSpPr>
          <p:cNvPr id="3" name="Content Placeholder 2"/>
          <p:cNvSpPr>
            <a:spLocks noGrp="1"/>
          </p:cNvSpPr>
          <p:nvPr>
            <p:ph idx="1"/>
          </p:nvPr>
        </p:nvSpPr>
        <p:spPr/>
        <p:txBody>
          <a:bodyPr/>
          <a:lstStyle/>
          <a:p>
            <a:pPr marL="0" indent="0" algn="just">
              <a:buNone/>
            </a:pPr>
            <a:r>
              <a:rPr lang="en-US" b="1" i="1" dirty="0" smtClean="0"/>
              <a:t>Key Points:</a:t>
            </a:r>
          </a:p>
          <a:p>
            <a:pPr marL="0" indent="0" algn="just">
              <a:buNone/>
            </a:pPr>
            <a:r>
              <a:rPr lang="en-US" dirty="0" smtClean="0"/>
              <a:t>Program will take input from the user and will calculate the area and the perimeter of the geometrical shapes. User just have to enter the required data (i.e. Length, width, height, radius or base) through program, and the area and the perimeter will be calculated by the program.</a:t>
            </a:r>
            <a:endParaRPr lang="en-US" dirty="0"/>
          </a:p>
        </p:txBody>
      </p:sp>
    </p:spTree>
    <p:extLst>
      <p:ext uri="{BB962C8B-B14F-4D97-AF65-F5344CB8AC3E}">
        <p14:creationId xmlns:p14="http://schemas.microsoft.com/office/powerpoint/2010/main" val="11984228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500">
        <p15:prstTrans prst="fallOver"/>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My Project</a:t>
            </a:r>
          </a:p>
        </p:txBody>
      </p:sp>
      <p:sp>
        <p:nvSpPr>
          <p:cNvPr id="3" name="Content Placeholder 2"/>
          <p:cNvSpPr>
            <a:spLocks noGrp="1"/>
          </p:cNvSpPr>
          <p:nvPr>
            <p:ph idx="1"/>
          </p:nvPr>
        </p:nvSpPr>
        <p:spPr/>
        <p:txBody>
          <a:bodyPr/>
          <a:lstStyle/>
          <a:p>
            <a:pPr marL="0" indent="0" algn="just">
              <a:buNone/>
            </a:pPr>
            <a:r>
              <a:rPr lang="en-US" b="1" i="1" dirty="0" smtClean="0"/>
              <a:t>Merits of the project: </a:t>
            </a:r>
          </a:p>
          <a:p>
            <a:pPr marL="0" indent="0" algn="just">
              <a:buNone/>
            </a:pPr>
            <a:r>
              <a:rPr lang="en-US" dirty="0" smtClean="0"/>
              <a:t>This project will help me to build up some new logics related to mathematics and computer science. IT will also help me to understand the connection of computer and mathematics. </a:t>
            </a:r>
            <a:r>
              <a:rPr lang="en-US" dirty="0"/>
              <a:t>I</a:t>
            </a:r>
            <a:r>
              <a:rPr lang="en-US" dirty="0" smtClean="0"/>
              <a:t>t will also help me to understand that using computers and computer languages we can perform mathematical problems.</a:t>
            </a:r>
            <a:endParaRPr lang="en-US" dirty="0"/>
          </a:p>
        </p:txBody>
      </p:sp>
    </p:spTree>
    <p:extLst>
      <p:ext uri="{BB962C8B-B14F-4D97-AF65-F5344CB8AC3E}">
        <p14:creationId xmlns:p14="http://schemas.microsoft.com/office/powerpoint/2010/main" val="9581703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My Project</a:t>
            </a:r>
            <a:endParaRPr lang="en-US" dirty="0"/>
          </a:p>
        </p:txBody>
      </p:sp>
      <p:sp>
        <p:nvSpPr>
          <p:cNvPr id="3" name="Content Placeholder 2"/>
          <p:cNvSpPr>
            <a:spLocks noGrp="1"/>
          </p:cNvSpPr>
          <p:nvPr>
            <p:ph idx="1"/>
          </p:nvPr>
        </p:nvSpPr>
        <p:spPr/>
        <p:txBody>
          <a:bodyPr/>
          <a:lstStyle/>
          <a:p>
            <a:pPr marL="0" indent="0">
              <a:buNone/>
            </a:pPr>
            <a:r>
              <a:rPr lang="en-US" b="1" i="1" dirty="0" smtClean="0"/>
              <a:t>How this project will be helpful for others: </a:t>
            </a:r>
          </a:p>
          <a:p>
            <a:pPr marL="0" indent="0">
              <a:buNone/>
            </a:pPr>
            <a:r>
              <a:rPr lang="en-US" dirty="0" smtClean="0"/>
              <a:t>This program will help others to calculate the Area and Perimeter of the shape that is required to them. It will also help them to understand the connection of computers and Mathematics. Using this program user can calculate the Area and Perimeter of different shapes easily.</a:t>
            </a:r>
            <a:endParaRPr lang="en-US" dirty="0"/>
          </a:p>
        </p:txBody>
      </p:sp>
    </p:spTree>
    <p:extLst>
      <p:ext uri="{BB962C8B-B14F-4D97-AF65-F5344CB8AC3E}">
        <p14:creationId xmlns:p14="http://schemas.microsoft.com/office/powerpoint/2010/main" val="241211293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13529"/>
            <a:ext cx="9404723" cy="1400530"/>
          </a:xfrm>
        </p:spPr>
        <p:txBody>
          <a:bodyPr/>
          <a:lstStyle/>
          <a:p>
            <a:r>
              <a:rPr lang="en-US" dirty="0"/>
              <a:t>My Project</a:t>
            </a:r>
          </a:p>
        </p:txBody>
      </p:sp>
      <p:sp>
        <p:nvSpPr>
          <p:cNvPr id="3" name="Content Placeholder 2"/>
          <p:cNvSpPr>
            <a:spLocks noGrp="1"/>
          </p:cNvSpPr>
          <p:nvPr>
            <p:ph idx="1"/>
          </p:nvPr>
        </p:nvSpPr>
        <p:spPr>
          <a:xfrm>
            <a:off x="1103312" y="2092107"/>
            <a:ext cx="8946541" cy="4195481"/>
          </a:xfrm>
        </p:spPr>
        <p:txBody>
          <a:bodyPr/>
          <a:lstStyle/>
          <a:p>
            <a:pPr marL="0" indent="0" algn="just">
              <a:buNone/>
            </a:pPr>
            <a:r>
              <a:rPr lang="en-US" b="1" i="1" dirty="0" smtClean="0"/>
              <a:t>How this project works: </a:t>
            </a:r>
            <a:endParaRPr lang="en-US" b="1" i="1" dirty="0"/>
          </a:p>
          <a:p>
            <a:pPr marL="0" indent="0" algn="just">
              <a:buNone/>
            </a:pPr>
            <a:r>
              <a:rPr lang="en-US" dirty="0" smtClean="0"/>
              <a:t>When this program begins, first of it will ask the user either he/she wants to perform some calculation on Geometrical shapes or not.</a:t>
            </a:r>
            <a:r>
              <a:rPr lang="en-US" dirty="0"/>
              <a:t> </a:t>
            </a:r>
            <a:r>
              <a:rPr lang="en-US" dirty="0" smtClean="0"/>
              <a:t>When user confirms that he/she wants to perform calculation, then it will ask on which shape you want calculation. After the user specifies the shape, it will ask what do you want to calculate, either area or perimeter. After this the formula for the area and perimeter of the shape will appear and the program will reconfirm the user about the calculation. Then the program will perform the basic calculations. When the basic calculations are completed the program will restart, and will ask the user again and this process will continue until user ends the program.</a:t>
            </a:r>
          </a:p>
        </p:txBody>
      </p:sp>
    </p:spTree>
    <p:extLst>
      <p:ext uri="{BB962C8B-B14F-4D97-AF65-F5344CB8AC3E}">
        <p14:creationId xmlns:p14="http://schemas.microsoft.com/office/powerpoint/2010/main" val="6916987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92429" y="2834635"/>
            <a:ext cx="5572748" cy="1107996"/>
          </a:xfrm>
          <a:prstGeom prst="rect">
            <a:avLst/>
          </a:prstGeom>
        </p:spPr>
        <p:txBody>
          <a:bodyPr wrap="square">
            <a:spAutoFit/>
          </a:bodyPr>
          <a:lstStyle/>
          <a:p>
            <a:pPr algn="ctr"/>
            <a:r>
              <a:rPr lang="en-US" sz="6600" dirty="0">
                <a:ln w="0"/>
                <a:effectLst>
                  <a:reflection blurRad="6350" stA="53000" endA="300" endPos="35500" dir="5400000" sy="-90000" algn="bl" rotWithShape="0"/>
                </a:effectLst>
              </a:rPr>
              <a:t>THANK YOU</a:t>
            </a:r>
            <a:endParaRPr lang="en-US" sz="4800" dirty="0"/>
          </a:p>
        </p:txBody>
      </p:sp>
    </p:spTree>
    <p:extLst>
      <p:ext uri="{BB962C8B-B14F-4D97-AF65-F5344CB8AC3E}">
        <p14:creationId xmlns:p14="http://schemas.microsoft.com/office/powerpoint/2010/main" val="39238495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409</TotalTime>
  <Words>400</Words>
  <Application>Microsoft Office PowerPoint</Application>
  <PresentationFormat>Widescreen</PresentationFormat>
  <Paragraphs>32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Century Gothic</vt:lpstr>
      <vt:lpstr>Wingdings 3</vt:lpstr>
      <vt:lpstr>Ion</vt:lpstr>
      <vt:lpstr>My Project</vt:lpstr>
      <vt:lpstr>My Project</vt:lpstr>
      <vt:lpstr>My Project</vt:lpstr>
      <vt:lpstr>My Project</vt:lpstr>
      <vt:lpstr>My Project</vt:lpstr>
      <vt:lpstr>My Project</vt:lpstr>
      <vt:lpstr>My Project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Project</dc:title>
  <dc:creator>HP</dc:creator>
  <cp:lastModifiedBy>HP</cp:lastModifiedBy>
  <cp:revision>16</cp:revision>
  <dcterms:created xsi:type="dcterms:W3CDTF">2024-11-24T15:20:22Z</dcterms:created>
  <dcterms:modified xsi:type="dcterms:W3CDTF">2025-11-28T06:39:49Z</dcterms:modified>
</cp:coreProperties>
</file>